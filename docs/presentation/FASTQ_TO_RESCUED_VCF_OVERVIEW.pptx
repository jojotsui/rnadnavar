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rnadnavar: FASTQ to Rescued VCF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Code-accurate documentation update | Conference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pair DNA and RNA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DNA and RNA provide complementary evidence for somatic variants</a:t>
            </a:r>
          </a:p>
          <a:p>
            <a:pPr>
              <a:defRPr sz="2200"/>
            </a:pPr>
            <a:r>
              <a:t>Consensus reduces single-caller noise</a:t>
            </a:r>
          </a:p>
          <a:p>
            <a:pPr>
              <a:defRPr sz="2200"/>
            </a:pPr>
            <a:r>
              <a:t>Rescue keeps cross-modality supported variants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Labeling in This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status 0: COO8801DN (DNA normal)</a:t>
            </a:r>
          </a:p>
          <a:p>
            <a:pPr>
              <a:defRPr sz="2200"/>
            </a:pPr>
            <a:r>
              <a:t>status 1: COO8801DT (DNA tumor)</a:t>
            </a:r>
          </a:p>
          <a:p>
            <a:pPr>
              <a:defRPr sz="2200"/>
            </a:pPr>
            <a:r>
              <a:t>status 2: COO8801RT (RNA tumor)</a:t>
            </a:r>
          </a:p>
          <a:p>
            <a:pPr>
              <a:defRPr sz="2200"/>
            </a:pPr>
            <a:r>
              <a:t>patient id COO8801 links all rows in one case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Workflow at a Glance</a:t>
            </a:r>
          </a:p>
        </p:txBody>
      </p:sp>
      <p:pic>
        <p:nvPicPr>
          <p:cNvPr id="3" name="Picture 2" descr="rnadnavar_schema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0972800" cy="77604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DNA and RNA paths run in parallel, then cross over in rescue; optional RNA realignment enables second rescue.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Consensus Logic (within modality)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Aggregate caller VCFs by normalized variant key</a:t>
            </a:r>
          </a:p>
          <a:p>
            <a:pPr>
              <a:defRPr sz="2200"/>
            </a:pPr>
            <a:r>
              <a:t>Apply thresholds: SNV 2, indel 2 (this run)</a:t>
            </a:r>
          </a:p>
          <a:p>
            <a:pPr>
              <a:defRPr sz="2200"/>
            </a:pPr>
            <a:r>
              <a:t>Clear majority -&gt; unified class</a:t>
            </a:r>
          </a:p>
          <a:p>
            <a:pPr>
              <a:defRPr sz="2200"/>
            </a:pPr>
            <a:r>
              <a:t>Tie at top class -&gt; Artifact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Rescue Logic (cross modality)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Combine DNA and RNA consensus with individual caller support</a:t>
            </a:r>
          </a:p>
          <a:p>
            <a:pPr>
              <a:defRPr sz="2200"/>
            </a:pPr>
            <a:r>
              <a:t>Agreement keeps class; disagreement handled with support-aware rules</a:t>
            </a:r>
          </a:p>
          <a:p>
            <a:pPr>
              <a:defRPr sz="2200"/>
            </a:pPr>
            <a:r>
              <a:t>First rescue uses original RNA consensus</a:t>
            </a:r>
          </a:p>
          <a:p>
            <a:pPr>
              <a:defRPr sz="2200"/>
            </a:pPr>
            <a:r>
              <a:t>Second rescue can use realigned RNA consensus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FILTER View for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Somatic: prioritized candidates</a:t>
            </a:r>
          </a:p>
          <a:p>
            <a:pPr>
              <a:defRPr sz="2200"/>
            </a:pPr>
            <a:r>
              <a:t>Germline: likely inherited</a:t>
            </a:r>
          </a:p>
          <a:p>
            <a:pPr>
              <a:defRPr sz="2200"/>
            </a:pPr>
            <a:r>
              <a:t>Reference: evidence favors non-variant/reference state</a:t>
            </a:r>
          </a:p>
          <a:p>
            <a:pPr>
              <a:defRPr sz="2200"/>
            </a:pPr>
            <a:r>
              <a:t>Detailed classes Artifact/NoConsensus/RNAedit are in the full 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Verified Outputs and Run Settings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Consensus and rescue files verified in output/COO8801.shared</a:t>
            </a:r>
          </a:p>
          <a:p>
            <a:pPr>
              <a:defRPr sz="2200"/>
            </a:pPr>
            <a:r>
              <a:t>realignment_mode = vcf</a:t>
            </a:r>
          </a:p>
          <a:p>
            <a:pPr>
              <a:defRPr sz="2200"/>
            </a:pPr>
            <a:r>
              <a:t>tools include consensus,rescue,realignment,vep</a:t>
            </a:r>
          </a:p>
          <a:p>
            <a:pPr>
              <a:defRPr sz="2200"/>
            </a:pPr>
            <a:r>
              <a:t>No algorithm or code changes in this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